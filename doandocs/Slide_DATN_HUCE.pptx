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XAY DUNG GIAI PHAP TRUYEN TIN</a:t>
            </a:r>
            <a:br/>
            <a:r>
              <a:t>BAO MAT GIUA CAC THIET BI IoT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DE TAI: Xay dung giai phap truyen tin bao mat giua cac thiet bi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Sinh vien: Do Anh Quan   &amp;   Ta Huy Hoang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Huong dan: Thay Haihd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NOI DUNG TRINH BAY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Chuong 1: Gioi thieu de tai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Chuong 2: Nhung co so ly thuyet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Chuong 3: Phan tich va thiet ke he thong</a:t>
            </a:r>
          </a:p>
          <a:p>
            <a:pPr>
              <a:spcAft>
                <a:spcPts val="600"/>
              </a:spcAft>
              <a:defRPr sz="2200">
                <a:solidFill>
                  <a:srgbClr val="000000"/>
                </a:solidFill>
              </a:defRPr>
            </a:pPr>
            <a:r>
              <a:t>Chuong 4: Xay dung va thuc nghiem he thong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3.1 Phan tich bai toan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</a:defRPr>
            </a:pPr>
            <a:r>
              <a:t>Mo hinh he thong: Node Xi --&gt; Gateway Y --&gt; Flask Server --&gt; SQLite --&gt; Dashboard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0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Yeu cau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 ta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Thiet bi IoT gui du lieu cam bien qua LoRa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Gateway phat hien node qua Beacon, thuc hien bat tay Req/Ack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Du lieu duoc ma hoa (AES-128-CBC) tu thiet bi den Server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Server xu ly, hien thi tren Web Map voi Dashboard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3.2 Kien truc he thong 5 lop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029200"/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Lop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Thanh phan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Chuc nang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Sensor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Node Xi (ESP32)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Tao du lieu, ma hoa AES-128-CBC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Gateway Layer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Gateway 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Lau du lieu, chuyen tiep, KHONG giai ma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Server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Flask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Giai ma duy nhat, kiem tra seq, benchmark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Storage Layer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SQLite DB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Luu tru devices, telemetry, benchmark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Display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Streamlit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Bieu do, ban do, thong ke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3.2.2 Chuc nang Node Xi (14 chuc nang)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75488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Chuc nang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Khoi tao thiet bi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Tao Beacon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Gui Beacon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Cho ACK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Kiem tra ACK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Tao du lieu cam bien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Tao du lieu GPS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371600"/>
          <a:ext cx="5669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75488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Chuc nang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Tao JSON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Them sequence number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Tao IV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 hoa AES-128-CBC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Tao hex payload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Gui payload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Cap nhat seq / chong replay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3.3.3 Cau truc goi tin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Loai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Vi du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Beacon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B|&lt;Xi_ID&gt;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B|Xi_01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A|&lt;Xi_ID&gt;|&lt;Y_ID&gt;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A|Xi_01|Y_01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D|&lt;Xi_ID&gt;|&lt;hex&gt;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D|Xi_01|8c94a1...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Cau truc JSON (13 truong):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{ "id", "t", "h", "p", "co2", "co", "nh3", "lat", "lon", "alt", "sats", "gw", "seq" }</a:t>
            </a:r>
            <a:br/>
            <a:r>
              <a:t>Payload: IV (16B) + Ciphertext -&gt; hex (~416 ky tu)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3.4 Thiet ke IoT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</a:defRPr>
            </a:pPr>
            <a:r>
              <a:t>Thiet ke quan trong: Gateway KHONG giai ma du lieu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5 chuc nang chinh: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1. Nhan Beacon tu Xi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2. Tao va gui ACK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3. Nhan payload ma hoa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4. Chuyen tiep len Server (HTTP POST)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5. Nhan phan hoi, hien thi trang thai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Loi ich: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Gateway don gian, giam do phuc tap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Neu Gateway bi truy cap, du lieu van an toan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- Gateway chi chuyen tiep, khong phan tich noi dung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3.5 Thiet ke Flask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0C0"/>
                </a:solidFill>
              </a:defRPr>
            </a:pPr>
            <a:r>
              <a:t>Endpoint: POST /receive-data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10 dieu kien xac thuc: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1. Request co JSON body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2. Body co truong 'payload'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3. Payload la hex hop le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4. Payload du dai (&gt;= 32 byte)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5. Giai ma thanh cong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6. Plaintext la JSON hop le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7. JSON co device_id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8. JSON co sequence number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9. Seq moi hon last_seq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10. Ghi vao database thanh cong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11 truong hop loi: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Missing body/payload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Invalid hex, too short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Wrong AES key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Invalid padding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Invalid JSON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Missing id/seq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Old sequence (replay!)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Device not found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  - Database 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3.6 Co che ma hoa AES-128-CBC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Luong ma hoa: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Du lieu cam bien --&gt; JSON --&gt; Them id/gw/seq --&gt; JSON bytes --&gt; Padding --&gt; IV 16B --&gt; AES-128-CBC --&gt; IV+Ciphertext --&gt; Hex --&gt; Gui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Luong giai ma: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Hex payload --&gt; Bytes --&gt; Cat IV (16B) + Ciphertext --&gt; AES-128-CBC decrypt --&gt; Xoa padding --&gt; JSON --&gt; Xac thuc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29200"/>
          <a:ext cx="13716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4864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Thanh phan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Kich thuoc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Ghi chu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Plaintext 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~180 bytes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13 truong cam bien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0000"/>
                </a:solidFill>
              </a:defRPr>
            </a:pPr>
            <a:r>
              <a:t>Key: Pre-Shared Key 16 byte (chi o Xi va Server, KHONG o Gateway)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3.7 Luu do hoat dong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Hinh 3.12 - Luong binh thuong: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Xi gui Beacon --&gt; Gateway ACK --&gt; Xi ma hoa &amp; gui --&gt; Server giai ma, kiem tra seq, luu DB --&gt; HTTP 200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Hinh 3.13 - Phat hien replay: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Gateway chuyen tiep --&gt; Server giai ma OK --&gt; Nhung seq &lt;= last_seq --&gt; HTTP 403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Hinh 3.14 - Giai ma that bai: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  Gateway chuyen tiep --&gt; Server giai ma that bai --&gt; Phan hoi loi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CHUONG 4: XAY DUNG VA THUC NGHIEM HE THONG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4.1 Moi truong phat trien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4.2 Cau truc ma nguon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4.3 Xay dung Node Xi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4.4 Xay dung Gateway Y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4.5 Xay dung Flask Server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4.6 Xay dung co so du lieu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4.7 Xay dung Dashboard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4.8 Kich ban kiem thu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4.9 Ket qua kiem thu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4.10 Danh gia hieu nang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4.11 Kiem thu tan cong phat lai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4.12 Han che va huong phat trien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4.1 Moi truong phat trien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Thanh phan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Cong cu / Cong nghe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Microcontroller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ESP32 (Xtensa LX6 @ 240MHz, 520KB SRAM)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Board phan cung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TTGO T-Beam V08 (ESP32 + LoRa SX1276 + GPS)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 phong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Wokwi (ESP32 simulator)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Ngon ngu ESP32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C/C++ (Arduino Framework)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 hoa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AES-128-CBC (mbedtls / PyCryptodome)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Python Flask 3.x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SQLite 3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Streamlit + Folium + OpenStreetMap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Truyen tin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LoRa 433/868 MHz, Wi-Fi, HTTP/JSON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VS Code, Arduino IDE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4.2 Cau truc ma nguon du 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029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762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Thu muc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Noi dung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hardware/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Firmware ESP32 (xi_node, y_gateway)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server/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Flask server, dashboard, simulator, tests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wokwi/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File mo phong Wokwi (2 node rieng)</a:t>
                      </a:r>
                    </a:p>
                  </a:txBody>
                  <a:tcPr anchor="ctr"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docs/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Tai lieu nghien cuu va hinh anh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.env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Biến moi truong (key, secret)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371600"/>
          <a:ext cx="5943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Chuc nang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app.py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Flask server chinh (177 dong)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init_db.py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Khoi tao SQLite database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dashboard.py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Streamlit Dashboard (4 tab)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simulator.py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 phong luong Xi-&gt;Y-&gt;Server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benchmark_crypto.py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Benchmark AES vs XOR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test_replay.py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Test chong replay (7 case)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test_replay_scenario.py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Test replay kich ban 4.16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4.3 Xay dung Node 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</a:defRPr>
            </a:pPr>
            <a:r>
              <a:t>5 nhiem vu chinh: Beacon, cho ACK, doc cam bien, AES ma hoa, gui qua LoRa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Buoc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 ta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 Beacon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Gui 'B|Xi_01' qua LoRa (chu ky 3s)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2. Cho ACK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Cho 3s, parse 'A|Xi_01|Y_01'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3. Doc cam bien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BME280: nhiet do, do am, ap suat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4. Ma hoa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JSON (~180B) --&gt; AES-128-CBC --&gt; hex (~416 ky tu)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10312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Ky thuat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Chi tiet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AES-128-CBC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mbedtls, HW accelerator: ~17-18us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Pre-Shared 16 byte: key_x_1234567890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16 byte ngau nhien moi lan ma hoa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Seq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Random bat dau: 1000 + random(9000)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4.4-4.5 Xay dung Gateway va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Gateway 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Scan Beacon --&gt; gui ACK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Nhan payload ma hoa --&gt; chuyen tiep Server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KHONG giai ma (bao mat)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File: hardware/y_gateway/y_gateway.ino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Flask Server: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POST /receive-data: giai ma, kiem tra seq, luu DB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ThreadPoolExecutor(4) ghi DB bat dong bo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- 3 lan thu lai khi SQLite bi khoa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Luu benchmark: decrypt_ms, seq_ms, log_ms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Database SQLite - 3 bang: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21208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devices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telemetry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device_id, last_seq,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network_key, lat/lon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device_id, temperature,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humidity, pressure, co2...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device_id, decrypt_ms,</a:t>
                      </a:r>
                    </a:p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seq_ms, log_ms, total_ms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4.7 Xay dung Dashboard (4 tab)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  <a:gridCol w="2743200"/>
              </a:tblGrid>
              <a:tr h="914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Noi dung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Cong nghe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Bieu do cam bien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Gia tri moi nhat + bieu do nhiet do, do ap, CO2, CO, NH3 theo thoi gian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Streamlit + Matplotlib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Ban do Web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Ban do OpenStreetMap voi vi tri cac thiet bi, Mu Cang Chai (21.84, 104.09)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Folium + Leaflet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Du lieu thiet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Bang danh sach thiet bi + du lieu telemetry moi nhat + GPS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Pandas DataFrame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Hieu nang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Thong ke benchmark (decrypt/seq/log ms), bieu do 30 request gan nhat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Streamlit charts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</a:defRPr>
            </a:pPr>
            <a:r>
              <a:t>Auto-refresh moi 10 giay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4.8-4.9 Kich ban va ket qua kiem thu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3657600"/>
                <a:gridCol w="9144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Kiem thu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Dau vao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Ket qua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Hop 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 dung, seq moi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Thieu payload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{}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Hex sai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xyz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Sai key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Sai ciphertext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Replay (seq giong)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seq = last_seq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Seq giam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seq &lt; last_seq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Thiet bi khong 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device_id sai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Nhieu node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Xi_01 + Xi_02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Mat WiFi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Khong ket noi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TC10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Du lieu trong DB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</a:defRPr>
            </a:pPr>
            <a:r>
              <a:t>Ket qua: 10/10 test case DAT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4.10 Danh gia hieu nang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Chi so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Trung binh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Nho nhat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Lon nhat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AES encrypt (ESP32 HW)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~17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~16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~20 us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AES decrypt (Python)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~0.4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~0.3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~0.5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Seq check (SQLite)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~0.3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~0.2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~0.5 ms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DB write (SQLite)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~0.7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~0.5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~1.2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Tong xu ly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~1.4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~1.0 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~2.2 ms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HTTP round-trip (local)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~80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~50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~200 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Ket luan: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Ma hoa &lt; 0.01% thoi gian truyen LoRa (17us vs 725ms)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nghen la LoRa, khong phai CPU/ma hoa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Server xu ly ~700 req/s voi 4 thread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4.10.5 So sanh AES-128-CBC vs XOR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320040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Kich thuoc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AES (Enc+Dec)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XOR (Enc+Dec)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 sanh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16.2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10.8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XOR nhanh hon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100B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19.6 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20.7 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Koong bang nhau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19.1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49.7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AES nhanh hon 2.6x</a:t>
                      </a:r>
                    </a:p>
                  </a:txBody>
                  <a:tcPr anchor="ctr"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500B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23.7 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95.8 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AES nhanh hon 4x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1KB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19.1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222.1 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AES nhanh hon 11.6x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Ket luan: AES-128-CBC duoc chon:</a:t>
            </a:r>
            <a:br/>
            <a:r>
              <a:t>- Do bao mat cao hon XOR</a:t>
            </a:r>
            <a:br/>
            <a:r>
              <a:t>- Su dung HW accelerator tren ESP32 (~17us)</a:t>
            </a:r>
            <a:br/>
            <a:r>
              <a:t>- Tot hon khi kich thuoc payload 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4.11 So sanh du lieu truoc/sau ma hoa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000"/>
                </a:solidFill>
              </a:defRPr>
            </a:pPr>
            <a:r>
              <a:t>Truoc ma hoa (Plaintext):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Courier New"/>
              </a:defRPr>
            </a:pPr>
            <a:r>
              <a:t>{</a:t>
            </a:r>
            <a:br/>
            <a:r>
              <a:t>  "id": "Xi_01",</a:t>
            </a:r>
            <a:br/>
            <a:r>
              <a:t>  "t": 28.5, "h": 65.2, "p": 1008.0,</a:t>
            </a:r>
            <a:br/>
            <a:r>
              <a:t>  "co2": 420, "co": 5.1, "nh3": 2.3,</a:t>
            </a:r>
            <a:br/>
            <a:r>
              <a:t>  "lat": 21.8447, "lon": 105.8426,</a:t>
            </a:r>
            <a:br/>
            <a:r>
              <a:t>  "seq": 1001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</a:defRPr>
            </a:pPr>
            <a:r>
              <a:t>Sau ma hoa (Ciphertext hex):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ourier New"/>
              </a:defRPr>
            </a:pPr>
            <a:r>
              <a:t>8fa23c91e5a79870b1cd34ef</a:t>
            </a:r>
            <a:br/>
            <a:r>
              <a:t>92ab45c8d0123456789abcde</a:t>
            </a:r>
            <a:br/>
            <a:r>
              <a:t>f0123456789abcdef0123456</a:t>
            </a:r>
            <a:br/>
            <a:r>
              <a:t>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Plaintext: ~180 bytes, doc duoc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Ciphertext: ~208 bytes (IV + ciphertext)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Hex: ~416 ky tu, khong the doc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- Cung mot plaintext + IV khac nhau = ciphertext khac nhau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4.11 Kiem thu tan cong phat lai (Replay Attack)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Kich ban thu nghiem (Hinh 4.16):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Buoc 1: Xi_01 gui payload chua seq=1001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- last_seq (-1) &lt; 1001 -&gt; Chap nhan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- Server luu du lieu, cap nhat last_seq = 1001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- HTTP 200 {'device': 'Xi_01', 'status': 'success'}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Buoc 2: Gui lai NGUYEN payload cu (seq=1001)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- Giai ma thanh cong (ciphertext hop le)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- Kiem tra: 1001 &lt;= last_seq (1001) -&gt; REPLAY!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- HTTP 403 {'reason': 'Replay attack detected (seq &lt;= last_seq)'}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  - Khong tao ban ghi telemetry moi</a:t>
            </a: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000000"/>
                </a:solidFill>
              </a:defRPr>
            </a:pPr>
            <a:r>
              <a:t>Ket qua: 7/7 test case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4.13 Ket qua dat duoc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5156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Ket qua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 hinh Xi -&gt; Gateway -&gt; Server hoat dong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Mo phong Wokwi ESP32 thanh cong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Bat tay Beacon/ACK 3 buoc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Ma hoa AES-128-CBC tren ESP32 (~17us)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Giai ma AES-128-CBC tren Server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Kiem tra Sequence Number chong replay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Phat hien tan cong phat lai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Luu tru SQLite (3 bang: devices, telemetry, benchmark)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Dashboard Streamlit 4 tab + Ban do Leaflet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10/10 test case DAT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4.12 Han che va huong phat trien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502920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Han che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Anh huong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Huong fix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LoRa chua co phan cung that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Khong co data RSSI/SNR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Thu nghiem voi TTGO T-Beam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Du lieu cam bien mo phong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Khong phai mo truong that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Tich hop BME280, GPS that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 chung cho moi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 bi mat -&gt; tat bi anh huong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 rieng moi node + key server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 hardcode trong firmware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 the doc duoc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Key provisioning qua efuse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AES-CBC khong co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 the sua ciphertext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Them HMAC-SHA256</a:t>
                      </a:r>
                    </a:p>
                  </a:txBody>
                  <a:tcPr anchor="ctr"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HTTP khong phai HTTPS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Co the ngam truyen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Them SSL certificates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Dashboard khong co auth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Bat ky ai cung xem duoc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Them Streamlit auth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Xay dung giai phap truyen tin bao mat giua cac thiet bi IoT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KET LUAN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- Xay dung thanh cong he thong truyen tin bao mat IoT</a:t>
            </a:r>
          </a:p>
          <a:p>
            <a:pPr algn="l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- Ma hoa AES-128-CBC voi HW accelerator (~17us)</a:t>
            </a:r>
          </a:p>
          <a:p>
            <a:pPr algn="l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- Phat hien tan cong phat lai (replay attack)</a:t>
            </a:r>
          </a:p>
          <a:p>
            <a:pPr algn="l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- Dashboard truc quan voi ban do Leaflet</a:t>
            </a:r>
          </a:p>
          <a:p>
            <a:pPr algn="l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- 10/10 test case DAT</a:t>
            </a:r>
          </a:p>
          <a:p>
            <a:pPr algn="l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 algn="l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Huong phat trien: Thu nghiem voi phan cung that (TTGO T-Beam)</a:t>
            </a:r>
          </a:p>
          <a:p>
            <a:pPr algn="l"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tai Mu Cang Chai, Yen Bai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CAM ON THAY VA 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Sinh vien: Do Anh Quan   &amp;   Ta Huy Hoang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